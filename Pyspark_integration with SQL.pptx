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33ad0618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33ad0618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33ad06189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33ad0618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33ad06189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533ad06189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33ad06189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533ad06189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33ad06189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33ad06189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3ea1833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3ea1833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mohit-singh-b86819124/" TargetMode="External"/><Relationship Id="rId4" Type="http://schemas.openxmlformats.org/officeDocument/2006/relationships/hyperlink" Target="https://github.com/MohitRajput717/MS-SQL-SERVER/tree/mai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ev.mysql.com/downloads/connector/j/" TargetMode="External"/><Relationship Id="rId4" Type="http://schemas.openxmlformats.org/officeDocument/2006/relationships/hyperlink" Target="https://dev.mysql.com/downloads/connector/j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1" type="subTitle"/>
          </p:nvPr>
        </p:nvSpPr>
        <p:spPr>
          <a:xfrm>
            <a:off x="824000" y="3832075"/>
            <a:ext cx="67794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Maven Pro"/>
                <a:ea typeface="Maven Pro"/>
                <a:cs typeface="Maven Pro"/>
                <a:sym typeface="Maven Pro"/>
              </a:rPr>
              <a:t>For more info please follow :- </a:t>
            </a:r>
            <a:r>
              <a:rPr b="1" lang="en-GB" sz="2000" u="sng">
                <a:solidFill>
                  <a:schemeClr val="accent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Mohit Singh</a:t>
            </a:r>
            <a:endParaRPr b="1" sz="20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Maven Pro"/>
                <a:ea typeface="Maven Pro"/>
                <a:cs typeface="Maven Pro"/>
                <a:sym typeface="Maven Pro"/>
              </a:rPr>
              <a:t>Git hub for more detail :- </a:t>
            </a:r>
            <a:r>
              <a:rPr b="1" lang="en-GB" sz="2000" u="sng">
                <a:solidFill>
                  <a:schemeClr val="accent5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 Hub links</a:t>
            </a:r>
            <a:endParaRPr b="1" sz="20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78" name="Google Shape;278;p13"/>
          <p:cNvSpPr txBox="1"/>
          <p:nvPr/>
        </p:nvSpPr>
        <p:spPr>
          <a:xfrm>
            <a:off x="426275" y="319700"/>
            <a:ext cx="82209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300"/>
              <a:t>🚀 Integrating Apache Spark with MySQL Using PySpark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In the era of big data, Apache Spark has become a go-to engine for large-scale data processing due to its in-memory computing power and easy-to-use APIs. On the other hand, MySQL is a widely-used relational database system. Often, you may need to integrate Spark with MySQL to read or write data — especially for ETL jobs, analytics, or batch processing tasks.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In this article, I’ll walk you through how to connect Apache Spark with MySQL using PySpark</a:t>
            </a:r>
            <a:r>
              <a:rPr lang="en-GB" sz="1100"/>
              <a:t>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328400" y="178325"/>
            <a:ext cx="8601600" cy="44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follow along, you’ll need:</a:t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Apache Spark</a:t>
            </a: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installed on your local machine.</a:t>
            </a:r>
            <a:b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PySpark</a:t>
            </a: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installed (</a:t>
            </a:r>
            <a:r>
              <a:rPr b="0" lang="en-GB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pyspark</a:t>
            </a: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b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Server</a:t>
            </a: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running locally or remotely.</a:t>
            </a:r>
            <a:b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JDBC Connector</a:t>
            </a: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(Java driver).</a:t>
            </a:r>
            <a:b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knowledge of Spark and SQL.</a:t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ctrTitle"/>
          </p:nvPr>
        </p:nvSpPr>
        <p:spPr>
          <a:xfrm>
            <a:off x="317525" y="287075"/>
            <a:ext cx="8655900" cy="424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Download the MySQL JDBC Driver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enable Spark to communicate with MySQL, we need the 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JDBC Driver</a:t>
            </a:r>
            <a:r>
              <a:rPr b="0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mysql-connector-j</a:t>
            </a:r>
            <a:r>
              <a:rPr b="0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You can download it from the</a:t>
            </a:r>
            <a:r>
              <a:rPr b="0" lang="en-GB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official MySQL site</a:t>
            </a:r>
            <a:r>
              <a:rPr b="0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the </a:t>
            </a:r>
            <a:r>
              <a:rPr b="0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.jar</a:t>
            </a:r>
            <a:r>
              <a:rPr b="0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 in a known location on your system.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idx="1" type="subTitle"/>
          </p:nvPr>
        </p:nvSpPr>
        <p:spPr>
          <a:xfrm>
            <a:off x="824000" y="178325"/>
            <a:ext cx="7790700" cy="4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A7F3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pyspark.sql </a:t>
            </a:r>
            <a:r>
              <a:rPr b="1" lang="en-GB" sz="1100">
                <a:solidFill>
                  <a:srgbClr val="1A7F3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SparkSession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59636E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Initialize SparkSession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spark 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SparkSession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builder \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appName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"Spark MySQL Integration"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config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"spark.jars"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"C:\\Users\\Praveen Sharma\\Downloads\\mysql-connector-j-9.2.0\\mysql-connector-j-9.2.0\\mysql-connector-j-9.2.0.jar"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getOrCreate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59636E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MySQL connection properties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mysql_url 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"jdbc:mysql://localhost:3306/sakila"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mysql_properties 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"root"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"password"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"Mysql!@#123"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"driver"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"com.mysql.cj.jdbc.Driver"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59636E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Table to query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table_name 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00">
                <a:solidFill>
                  <a:srgbClr val="BA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"actor_info "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59636E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Fetch data from MySQL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df 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spark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jdbc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mysql_url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table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table_name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properties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mysql_properties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59636E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Show the data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1" lang="en-GB" sz="1100">
                <a:solidFill>
                  <a:srgbClr val="8250D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GB" sz="1100">
                <a:solidFill>
                  <a:srgbClr val="21212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en-GB" sz="1100">
                <a:solidFill>
                  <a:srgbClr val="0055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l">
              <a:lnSpc>
                <a:spcPct val="121875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" marR="50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55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300" y="0"/>
            <a:ext cx="5851401" cy="494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 txBox="1"/>
          <p:nvPr>
            <p:ph idx="1" type="subTitle"/>
          </p:nvPr>
        </p:nvSpPr>
        <p:spPr>
          <a:xfrm>
            <a:off x="824000" y="265325"/>
            <a:ext cx="6779400" cy="47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A7F37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lang="en-GB" sz="1250">
                <a:solidFill>
                  <a:srgbClr val="1A7F37"/>
                </a:solidFill>
                <a:latin typeface="Arial"/>
                <a:ea typeface="Arial"/>
                <a:cs typeface="Arial"/>
                <a:sym typeface="Arial"/>
              </a:rPr>
              <a:t>rom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pyspark.sql </a:t>
            </a:r>
            <a:r>
              <a:rPr b="1" lang="en-GB" sz="1250">
                <a:solidFill>
                  <a:srgbClr val="1A7F37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SparkSession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50">
                <a:solidFill>
                  <a:srgbClr val="59636E"/>
                </a:solidFill>
                <a:latin typeface="Arial"/>
                <a:ea typeface="Arial"/>
                <a:cs typeface="Arial"/>
                <a:sym typeface="Arial"/>
              </a:rPr>
              <a:t># Initialize SparkSession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spark 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SparkSession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builder \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appName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"Spark MySQL Integration"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\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"spark.jars"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"C:\\Users\\Praveen Sharma\\Downloads\\mysql-connector-j-9.2.0\\mysql-connector-j-9.2.0\\mysql-connector-j-9.2.0.jar"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\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getOrCreate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50">
                <a:solidFill>
                  <a:srgbClr val="59636E"/>
                </a:solidFill>
                <a:latin typeface="Arial"/>
                <a:ea typeface="Arial"/>
                <a:cs typeface="Arial"/>
                <a:sym typeface="Arial"/>
              </a:rPr>
              <a:t># MySQL connection properties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mysql_url 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"jdbc:mysql://localhost:3306/sakila"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mysql_properties 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"user"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"root"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"password"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"Mysql!@#123"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"driver"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"com.mysql.cj.jdbc.Driver"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50">
                <a:solidFill>
                  <a:srgbClr val="59636E"/>
                </a:solidFill>
                <a:latin typeface="Arial"/>
                <a:ea typeface="Arial"/>
                <a:cs typeface="Arial"/>
                <a:sym typeface="Arial"/>
              </a:rPr>
              <a:t># SQL query for data extraction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sql_query 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"""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SELECT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CONCAT(ac.first_name, ' ', ac.last_name) AS `Actor Name`,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f.title,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f.description,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f.release_year,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f.rental_duration,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f.rental_rate,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f.length,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f.replacement_cost,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f.rating,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f.special_features,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    l.name AS `language name`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FROM actor_info ac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LEFT JOIN film_actor AS ft ON ft.actor_id = ac.actor_id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LEFT JOIN film AS f ON f.film_id = ft.film_id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LEFT JOIN language AS l ON l.language_id = f.language_id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    WHERE 1=1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"""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50">
                <a:solidFill>
                  <a:srgbClr val="59636E"/>
                </a:solidFill>
                <a:latin typeface="Arial"/>
                <a:ea typeface="Arial"/>
                <a:cs typeface="Arial"/>
                <a:sym typeface="Arial"/>
              </a:rPr>
              <a:t># Fetch data from MySQL using the SQL query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df 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spark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jdbc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mysql_url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table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f"({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sql_query</a:t>
            </a:r>
            <a:r>
              <a:rPr lang="en-GB" sz="1250">
                <a:solidFill>
                  <a:srgbClr val="BA2121"/>
                </a:solidFill>
                <a:latin typeface="Arial"/>
                <a:ea typeface="Arial"/>
                <a:cs typeface="Arial"/>
                <a:sym typeface="Arial"/>
              </a:rPr>
              <a:t>}) AS subquery"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properties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mysql_properties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50">
                <a:solidFill>
                  <a:srgbClr val="59636E"/>
                </a:solidFill>
                <a:latin typeface="Arial"/>
                <a:ea typeface="Arial"/>
                <a:cs typeface="Arial"/>
                <a:sym typeface="Arial"/>
              </a:rPr>
              <a:t># Show the data</a:t>
            </a:r>
            <a:endParaRPr sz="12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df</a:t>
            </a:r>
            <a:r>
              <a:rPr b="1" lang="en-GB" sz="1250">
                <a:solidFill>
                  <a:srgbClr val="8250D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2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show</a:t>
            </a:r>
            <a:r>
              <a:rPr lang="en-GB" sz="1250">
                <a:solidFill>
                  <a:srgbClr val="0055AA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1250">
              <a:solidFill>
                <a:srgbClr val="0055A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8854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